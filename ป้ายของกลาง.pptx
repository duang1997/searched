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80" r:id="rId2"/>
  </p:sldIdLst>
  <p:sldSz cx="7559675" cy="10691813"/>
  <p:notesSz cx="6858000" cy="93138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44" autoAdjust="0"/>
    <p:restoredTop sz="94660"/>
  </p:normalViewPr>
  <p:slideViewPr>
    <p:cSldViewPr snapToGrid="0">
      <p:cViewPr varScale="1">
        <p:scale>
          <a:sx n="56" d="100"/>
          <a:sy n="56" d="100"/>
        </p:scale>
        <p:origin x="2575" y="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th-TH"/>
              <a:t>คลิกเพื่อแก้ไขสไตล์ชื่อเรื่องรองต้นแบบ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ED1E9-4F08-4971-89BD-36F402FE1E95}" type="datetimeFigureOut">
              <a:rPr lang="th-TH" smtClean="0"/>
              <a:t>23/07/68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3F7C7-66B5-4C8D-B150-CB76BFED0AE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02411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ED1E9-4F08-4971-89BD-36F402FE1E95}" type="datetimeFigureOut">
              <a:rPr lang="th-TH" smtClean="0"/>
              <a:t>23/07/68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3F7C7-66B5-4C8D-B150-CB76BFED0AE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8172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ED1E9-4F08-4971-89BD-36F402FE1E95}" type="datetimeFigureOut">
              <a:rPr lang="th-TH" smtClean="0"/>
              <a:t>23/07/68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3F7C7-66B5-4C8D-B150-CB76BFED0AE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81047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ED1E9-4F08-4971-89BD-36F402FE1E95}" type="datetimeFigureOut">
              <a:rPr lang="th-TH" smtClean="0"/>
              <a:t>23/07/68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3F7C7-66B5-4C8D-B150-CB76BFED0AE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72867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ED1E9-4F08-4971-89BD-36F402FE1E95}" type="datetimeFigureOut">
              <a:rPr lang="th-TH" smtClean="0"/>
              <a:t>23/07/68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3F7C7-66B5-4C8D-B150-CB76BFED0AE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23622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ED1E9-4F08-4971-89BD-36F402FE1E95}" type="datetimeFigureOut">
              <a:rPr lang="th-TH" smtClean="0"/>
              <a:t>23/07/68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3F7C7-66B5-4C8D-B150-CB76BFED0AE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65020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ED1E9-4F08-4971-89BD-36F402FE1E95}" type="datetimeFigureOut">
              <a:rPr lang="th-TH" smtClean="0"/>
              <a:t>23/07/68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3F7C7-66B5-4C8D-B150-CB76BFED0AE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85966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ED1E9-4F08-4971-89BD-36F402FE1E95}" type="datetimeFigureOut">
              <a:rPr lang="th-TH" smtClean="0"/>
              <a:t>23/07/68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3F7C7-66B5-4C8D-B150-CB76BFED0AE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09687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th-TH"/>
              <a:t>คลิกไอคอนเพื่อเพิ่มรูปภาพ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ED1E9-4F08-4971-89BD-36F402FE1E95}" type="datetimeFigureOut">
              <a:rPr lang="th-TH" smtClean="0"/>
              <a:t>23/07/68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3F7C7-66B5-4C8D-B150-CB76BFED0AE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3057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ED1E9-4F08-4971-89BD-36F402FE1E95}" type="datetimeFigureOut">
              <a:rPr lang="th-TH" smtClean="0"/>
              <a:t>23/07/68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3F7C7-66B5-4C8D-B150-CB76BFED0AE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71757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ED1E9-4F08-4971-89BD-36F402FE1E95}" type="datetimeFigureOut">
              <a:rPr lang="th-TH" smtClean="0"/>
              <a:t>23/07/68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3F7C7-66B5-4C8D-B150-CB76BFED0AE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33754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AED1E9-4F08-4971-89BD-36F402FE1E95}" type="datetimeFigureOut">
              <a:rPr lang="th-TH" smtClean="0"/>
              <a:t>23/07/68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63F7C7-66B5-4C8D-B150-CB76BFED0AE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5342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กล่องข้อความ 4">
            <a:extLst>
              <a:ext uri="{FF2B5EF4-FFF2-40B4-BE49-F238E27FC236}">
                <a16:creationId xmlns:a16="http://schemas.microsoft.com/office/drawing/2014/main" id="{BAD12C6E-FDC6-25FB-7048-9DD4C8AFEB5A}"/>
              </a:ext>
            </a:extLst>
          </p:cNvPr>
          <p:cNvSpPr txBox="1"/>
          <p:nvPr/>
        </p:nvSpPr>
        <p:spPr>
          <a:xfrm>
            <a:off x="75063" y="108171"/>
            <a:ext cx="742438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h-TH" sz="2800" b="1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ภาพถ่าย บัญชีทรัพย์ประกอบบันทึกการตรวจค้น/ตรวจยึด</a:t>
            </a:r>
          </a:p>
          <a:p>
            <a:pPr algn="ctr"/>
            <a:r>
              <a:rPr lang="th-TH" sz="2800" b="1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(พยานหลักฐานในคดี)</a:t>
            </a:r>
          </a:p>
          <a:p>
            <a:pPr algn="ctr"/>
            <a:endParaRPr lang="en-US" sz="1600" dirty="0">
              <a:latin typeface="TH SarabunPSK" panose="020B0500040200020003" pitchFamily="34" charset="-34"/>
              <a:ea typeface="Calibri" panose="020F0502020204030204" pitchFamily="34" charset="0"/>
              <a:cs typeface="TH SarabunPSK" panose="020B0500040200020003" pitchFamily="34" charset="-34"/>
            </a:endParaRPr>
          </a:p>
          <a:p>
            <a:r>
              <a:rPr lang="th-TH" b="1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	สถานีตำรวจ</a:t>
            </a:r>
            <a:r>
              <a:rPr lang="th-TH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  กองกำกับการ 3 กองบังคับการปราบปราม </a:t>
            </a:r>
            <a:endParaRPr lang="en-US" dirty="0">
              <a:latin typeface="TH SarabunPSK" panose="020B0500040200020003" pitchFamily="34" charset="-34"/>
              <a:ea typeface="Calibri" panose="020F0502020204030204" pitchFamily="34" charset="0"/>
              <a:cs typeface="TH SarabunPSK" panose="020B0500040200020003" pitchFamily="34" charset="-34"/>
            </a:endParaRPr>
          </a:p>
          <a:p>
            <a:r>
              <a:rPr lang="th-TH" b="1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	สถานที่บันทึก  </a:t>
            </a:r>
            <a:r>
              <a:rPr lang="th-TH" dirty="0">
                <a:effectLst/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ส.ทล.</a:t>
            </a:r>
            <a:r>
              <a:rPr lang="en-US" dirty="0">
                <a:effectLst/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1</a:t>
            </a:r>
            <a:r>
              <a:rPr lang="th-TH" dirty="0">
                <a:effectLst/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 กก.</a:t>
            </a:r>
            <a:r>
              <a:rPr lang="en-US" dirty="0">
                <a:effectLst/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2</a:t>
            </a:r>
            <a:r>
              <a:rPr lang="th-TH" dirty="0">
                <a:effectLst/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 บก.ทล.</a:t>
            </a:r>
            <a:endParaRPr lang="th-TH" b="1" dirty="0">
              <a:effectLst/>
              <a:latin typeface="TH SarabunPSK" panose="020B0500040200020003" pitchFamily="34" charset="-34"/>
              <a:ea typeface="Calibri" panose="020F0502020204030204" pitchFamily="34" charset="0"/>
              <a:cs typeface="TH SarabunPSK" panose="020B0500040200020003" pitchFamily="34" charset="-34"/>
            </a:endParaRPr>
          </a:p>
          <a:p>
            <a:r>
              <a:rPr lang="th-TH" b="1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	วัน เดือน ปี ที่บันทึก</a:t>
            </a:r>
            <a:r>
              <a:rPr lang="en-US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  </a:t>
            </a:r>
            <a:r>
              <a:rPr lang="th-TH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19 กรกฎาคม 2568 เวลาประมาณ 08.</a:t>
            </a:r>
            <a:r>
              <a:rPr lang="en-US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0</a:t>
            </a:r>
            <a:r>
              <a:rPr lang="th-TH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0 น.</a:t>
            </a:r>
            <a:endParaRPr lang="en-US" dirty="0">
              <a:latin typeface="TH SarabunPSK" panose="020B0500040200020003" pitchFamily="34" charset="-34"/>
              <a:ea typeface="Calibri" panose="020F0502020204030204" pitchFamily="34" charset="0"/>
              <a:cs typeface="TH SarabunPSK" panose="020B0500040200020003" pitchFamily="34" charset="-34"/>
            </a:endParaRPr>
          </a:p>
          <a:p>
            <a:r>
              <a:rPr lang="th-TH" b="1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	สถานที่ตรวจค้น/ตรวจยึด  </a:t>
            </a:r>
            <a:r>
              <a:rPr lang="th-TH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หมู่บ้าน </a:t>
            </a:r>
            <a:r>
              <a:rPr lang="en-US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The Code </a:t>
            </a:r>
            <a:r>
              <a:rPr lang="en-US" dirty="0" err="1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Lumpaya</a:t>
            </a:r>
            <a:r>
              <a:rPr lang="en-US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 </a:t>
            </a:r>
            <a:r>
              <a:rPr lang="th-TH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เลขที่ </a:t>
            </a:r>
            <a:r>
              <a:rPr lang="en-US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1</a:t>
            </a:r>
            <a:r>
              <a:rPr lang="th-TH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28/287 ม.4 ต.ลำพยา อ.เมืองนครปฐม     				       จว.นครปฐม  (ในตัวเป้าหมาย)</a:t>
            </a:r>
            <a:endParaRPr lang="en-US" dirty="0">
              <a:latin typeface="TH SarabunPSK" panose="020B0500040200020003" pitchFamily="34" charset="-34"/>
              <a:ea typeface="Calibri" panose="020F0502020204030204" pitchFamily="34" charset="0"/>
              <a:cs typeface="TH SarabunPSK" panose="020B0500040200020003" pitchFamily="34" charset="-34"/>
            </a:endParaRPr>
          </a:p>
        </p:txBody>
      </p:sp>
      <p:sp>
        <p:nvSpPr>
          <p:cNvPr id="6" name="สี่เหลี่ยมผืนผ้า 5">
            <a:extLst>
              <a:ext uri="{FF2B5EF4-FFF2-40B4-BE49-F238E27FC236}">
                <a16:creationId xmlns:a16="http://schemas.microsoft.com/office/drawing/2014/main" id="{9CCA965B-FAAF-48CC-4653-47FAFC00189C}"/>
              </a:ext>
            </a:extLst>
          </p:cNvPr>
          <p:cNvSpPr/>
          <p:nvPr/>
        </p:nvSpPr>
        <p:spPr>
          <a:xfrm>
            <a:off x="422929" y="2818514"/>
            <a:ext cx="6758710" cy="5290458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F6F07214-435C-52B8-994F-E27CEB698E90}"/>
              </a:ext>
            </a:extLst>
          </p:cNvPr>
          <p:cNvSpPr txBox="1"/>
          <p:nvPr/>
        </p:nvSpPr>
        <p:spPr>
          <a:xfrm>
            <a:off x="400482" y="8233993"/>
            <a:ext cx="67587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b="1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ภาพแสดง </a:t>
            </a:r>
            <a:r>
              <a:rPr lang="en-US" b="1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: </a:t>
            </a:r>
            <a:r>
              <a:rPr lang="th-TH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โทรศัพท์มือถือ ยี่ห้อ </a:t>
            </a:r>
            <a:r>
              <a:rPr lang="en-US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iPhone </a:t>
            </a:r>
            <a:r>
              <a:rPr lang="th-TH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รุ่น 1</a:t>
            </a:r>
            <a:r>
              <a:rPr lang="en-US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6</a:t>
            </a:r>
            <a:r>
              <a:rPr lang="th-TH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 </a:t>
            </a:r>
            <a:r>
              <a:rPr lang="en-US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Promax </a:t>
            </a:r>
            <a:r>
              <a:rPr lang="th-TH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สีดำ</a:t>
            </a:r>
            <a:endParaRPr lang="en-US" dirty="0">
              <a:latin typeface="TH SarabunPSK" panose="020B0500040200020003" pitchFamily="34" charset="-34"/>
              <a:ea typeface="Calibri" panose="020F0502020204030204" pitchFamily="34" charset="0"/>
              <a:cs typeface="TH SarabunPSK" panose="020B0500040200020003" pitchFamily="34" charset="-34"/>
            </a:endParaRPr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A2403975-76FB-00B3-7EAC-6E57149C5C98}"/>
              </a:ext>
            </a:extLst>
          </p:cNvPr>
          <p:cNvSpPr txBox="1"/>
          <p:nvPr/>
        </p:nvSpPr>
        <p:spPr>
          <a:xfrm>
            <a:off x="400482" y="8806085"/>
            <a:ext cx="6781156" cy="1719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th-TH" dirty="0">
                <a:effectLst/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ให้ตรวจภาพแล้วถูกต้อง จึงให้ลงชื่อไว้เป็นหลักฐาน</a:t>
            </a:r>
            <a:endParaRPr lang="en-US" dirty="0">
              <a:effectLst/>
              <a:latin typeface="TH SarabunPSK" panose="020B0500040200020003" pitchFamily="34" charset="-34"/>
              <a:ea typeface="Calibri" panose="020F0502020204030204" pitchFamily="34" charset="0"/>
              <a:cs typeface="TH SarabunPSK" panose="020B0500040200020003" pitchFamily="34" charset="-34"/>
            </a:endParaRPr>
          </a:p>
          <a:p>
            <a:pPr>
              <a:lnSpc>
                <a:spcPct val="150000"/>
              </a:lnSpc>
            </a:pPr>
            <a:r>
              <a:rPr lang="th-TH" dirty="0">
                <a:effectLst/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			(ลงชื่อ)</a:t>
            </a:r>
            <a:r>
              <a:rPr lang="en-US" dirty="0">
                <a:effectLst/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	…………………………………………………………………….	</a:t>
            </a:r>
            <a:r>
              <a:rPr lang="th-TH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ผู้ต้องหา</a:t>
            </a:r>
            <a:r>
              <a:rPr lang="th-TH" dirty="0">
                <a:effectLst/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/อ่าน/นำตรวจยึด</a:t>
            </a:r>
            <a:endParaRPr lang="th-TH" dirty="0">
              <a:latin typeface="TH SarabunPSK" panose="020B0500040200020003" pitchFamily="34" charset="-34"/>
              <a:ea typeface="Calibri" panose="020F0502020204030204" pitchFamily="34" charset="0"/>
              <a:cs typeface="TH SarabunPSK" panose="020B0500040200020003" pitchFamily="34" charset="-34"/>
            </a:endParaRPr>
          </a:p>
          <a:p>
            <a:pPr>
              <a:lnSpc>
                <a:spcPct val="150000"/>
              </a:lnSpc>
            </a:pPr>
            <a:r>
              <a:rPr lang="th-TH" dirty="0">
                <a:effectLst/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			(ลงชื่อ)</a:t>
            </a:r>
            <a:r>
              <a:rPr lang="en-US" dirty="0">
                <a:effectLst/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 …………………………………………………………………….</a:t>
            </a:r>
            <a:r>
              <a:rPr lang="th-TH" dirty="0">
                <a:effectLst/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	</a:t>
            </a:r>
            <a:r>
              <a:rPr lang="th-TH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หัวหน้าชุดตรวจค้น/ยึด</a:t>
            </a:r>
          </a:p>
          <a:p>
            <a:pPr>
              <a:lnSpc>
                <a:spcPct val="150000"/>
              </a:lnSpc>
            </a:pPr>
            <a:r>
              <a:rPr lang="th-TH" dirty="0">
                <a:effectLst/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			(ลงชื่อ)</a:t>
            </a:r>
            <a:r>
              <a:rPr lang="en-US" dirty="0">
                <a:effectLst/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 …………………………………………………………………….</a:t>
            </a:r>
            <a:r>
              <a:rPr lang="th-TH" dirty="0">
                <a:effectLst/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	บันทึก/</a:t>
            </a:r>
            <a:r>
              <a:rPr lang="th-TH" dirty="0">
                <a:latin typeface="TH SarabunPSK" panose="020B0500040200020003" pitchFamily="34" charset="-34"/>
                <a:ea typeface="Calibri" panose="020F0502020204030204" pitchFamily="34" charset="0"/>
                <a:cs typeface="TH SarabunPSK" panose="020B0500040200020003" pitchFamily="34" charset="-34"/>
              </a:rPr>
              <a:t>ตรวจค้น/ยึด</a:t>
            </a:r>
            <a:endParaRPr lang="en-US" dirty="0">
              <a:latin typeface="TH SarabunPSK" panose="020B0500040200020003" pitchFamily="34" charset="-34"/>
              <a:ea typeface="Calibri" panose="020F0502020204030204" pitchFamily="34" charset="0"/>
              <a:cs typeface="TH SarabunPSK" panose="020B0500040200020003" pitchFamily="34" charset="-34"/>
            </a:endParaRPr>
          </a:p>
        </p:txBody>
      </p:sp>
      <p:pic>
        <p:nvPicPr>
          <p:cNvPr id="4" name="รูปภาพ 3">
            <a:extLst>
              <a:ext uri="{FF2B5EF4-FFF2-40B4-BE49-F238E27FC236}">
                <a16:creationId xmlns:a16="http://schemas.microsoft.com/office/drawing/2014/main" id="{198D33A4-9670-AE9A-BB25-D82551C932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73250" y="2922201"/>
            <a:ext cx="3813174" cy="508308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6C0BEA83-B927-EFF3-4A45-DEFEB2364DD0}"/>
              </a:ext>
            </a:extLst>
          </p:cNvPr>
          <p:cNvSpPr txBox="1"/>
          <p:nvPr/>
        </p:nvSpPr>
        <p:spPr>
          <a:xfrm>
            <a:off x="557540" y="2922201"/>
            <a:ext cx="1181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ลำดับที่ 1</a:t>
            </a:r>
          </a:p>
        </p:txBody>
      </p:sp>
    </p:spTree>
    <p:extLst>
      <p:ext uri="{BB962C8B-B14F-4D97-AF65-F5344CB8AC3E}">
        <p14:creationId xmlns:p14="http://schemas.microsoft.com/office/powerpoint/2010/main" val="3898403927"/>
      </p:ext>
    </p:extLst>
  </p:cSld>
  <p:clrMapOvr>
    <a:masterClrMapping/>
  </p:clrMapOvr>
</p:sld>
</file>

<file path=ppt/theme/theme1.xml><?xml version="1.0" encoding="utf-8"?>
<a:theme xmlns:a="http://schemas.openxmlformats.org/drawingml/2006/main" name="ธีมของ Office">
  <a:themeElements>
    <a:clrScheme name="ธีมของ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ธีมของ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ธีมของ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272</TotalTime>
  <Words>160</Words>
  <Application>Microsoft Office PowerPoint</Application>
  <PresentationFormat>กำหนดเอง</PresentationFormat>
  <Paragraphs>13</Paragraphs>
  <Slides>1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4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TH SarabunPSK</vt:lpstr>
      <vt:lpstr>ธีมของ Office</vt:lpstr>
      <vt:lpstr>งานนำเสนอ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งานนำเสนอ PowerPoint</dc:title>
  <dc:creator>ว่าที่ ร.ต.ท.ดวง ขาวสอาด</dc:creator>
  <cp:lastModifiedBy>Toey</cp:lastModifiedBy>
  <cp:revision>14</cp:revision>
  <cp:lastPrinted>2025-07-19T03:12:43Z</cp:lastPrinted>
  <dcterms:created xsi:type="dcterms:W3CDTF">2024-01-09T09:47:03Z</dcterms:created>
  <dcterms:modified xsi:type="dcterms:W3CDTF">2025-07-22T20:32:07Z</dcterms:modified>
</cp:coreProperties>
</file>